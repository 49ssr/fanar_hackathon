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D05E-F0AD-08A9-0A5D-0DE8CD9BA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AAEFA-81CA-B3E7-52B0-D84B49753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E0E7-78F7-67AB-9E5E-5E0B64A8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34790-466D-6235-758C-ED280232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754B3-515D-59A7-A202-C04BB30A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9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7B28-AB4E-6220-B83B-0CE8363C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96CBC-313B-B85F-4B05-C9657ED6D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C7A5A-9331-D8DF-9616-52D7E8D0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24A4E-D8F0-147C-B5CF-D3E1FBF7D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3674C-CE17-6367-3433-236BAD80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8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7A7B-A271-A12F-754A-60B0DDA5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FBA6F-C14D-460F-88A2-9BAF3DD9F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6587C-F34E-83BD-04BD-F5538DED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F3068-6737-320E-99A9-4DAC3F64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EC9F7-57E0-8C53-A1FA-B5C371DF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6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BB04-202C-6487-7147-FAD6D74A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B5BE-15E1-CEB4-DCB5-0EFED396F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62D1D-1572-C9E0-18D7-76B7AD43E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4168-6069-EACD-211F-1FF6CBE2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8C4F4-3850-D18B-9F22-203F7CC2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1FF08-1C8C-5EC1-651D-6FC03A68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8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5026-64B4-FE9E-BC24-C889F56A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F935C-69ED-4E6D-6DEB-66B80A1DC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B7D33-4B8B-88BF-D958-8526C7C48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973CA-A148-BE34-23C2-46FF7EA6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0E43C-FDB9-3840-689F-8735B5345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B4A64-C8AA-C410-A9C6-2479B9EA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A0C44-677F-4F06-D757-8DCD77A1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68AB0E-5ADE-84DF-0803-D3F886F8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CE1A-1F70-D4CA-9B6F-10694C46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2AF4E-AA95-2756-393E-32985C56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0845E-6C77-5DEB-F98F-13189263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F4F7-CB47-FC45-1F6C-A3E3327E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0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4308-F063-BC15-88F8-A4293F89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CA759-77B9-9FC8-A795-B2EBA32D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1B031-4235-D32F-7A81-7A9252AB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AF7B-AC2B-5C54-5352-821759D2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50F4-5360-3EEB-E763-A9D503E5C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A37E9-8F0F-35F4-2727-B0BE07745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4C5B9-1CA7-950A-A8AF-C0821811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188D8-E18D-AEBC-BF11-2BBB9D1F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2560E-8791-8DF8-4845-7AC1F874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3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B997-75F6-4E7F-55CE-61E40A75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E8329-9316-69F7-A571-2C41DC660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C44CC-FF39-86B2-3CEB-D37CA6F29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72513-863B-E556-9524-CE43DAAA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B704A-5881-7FDE-2EF1-AC015B033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D2894-B2F2-20B3-3C28-86393EBA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6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14F2-6919-4064-4336-CA6ACF27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A0E3B-5520-FC83-2AB8-AE3B98CF8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9E716-AB03-448A-B82F-5A997888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E7EB1-D4A8-78FF-97F6-519B8A7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5E369-DD72-5F24-5C27-BF842427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6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96F4D1-4A96-C2E8-FEDB-71F4BA409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DA35D-169F-F782-39C2-3599DBC8F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7A4CA-A03B-D692-B8C7-04358C13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D460-6DF3-5074-7CEF-D93FC7CA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2D7C-5EA9-5113-9719-AD1948B5B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3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F0E4A-2965-214B-AA14-0DBD96F1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2975D-BF12-D6D8-17BC-06830B22A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5A581-29F9-50F8-7EE8-AB9118DBE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62243-F4A1-4144-96AF-4FAD3A1B5B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2A160-55AE-50FD-17A8-53391CB56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179A1-CCF3-24CE-E9DF-67311858D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F1314-E432-4612-8D49-EF69449A7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3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2BE153-D7F3-0F49-8064-465604E231D7}"/>
              </a:ext>
            </a:extLst>
          </p:cNvPr>
          <p:cNvSpPr txBox="1"/>
          <p:nvPr/>
        </p:nvSpPr>
        <p:spPr>
          <a:xfrm>
            <a:off x="1052051" y="4392561"/>
            <a:ext cx="85540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9900">
                <a:gradFill>
                  <a:gsLst>
                    <a:gs pos="85000">
                      <a:schemeClr val="bg1">
                        <a:lumMod val="85000"/>
                      </a:schemeClr>
                    </a:gs>
                    <a:gs pos="34000">
                      <a:schemeClr val="accent1">
                        <a:lumMod val="5000"/>
                        <a:lumOff val="95000"/>
                      </a:schemeClr>
                    </a:gs>
                    <a:gs pos="7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Ramis Arabic TRIAL Medium" pitchFamily="2" charset="-78"/>
                <a:cs typeface="Ramis Arabic TRIAL Medium" pitchFamily="2" charset="-78"/>
              </a:defRPr>
            </a:lvl1pPr>
          </a:lstStyle>
          <a:p>
            <a:r>
              <a:rPr lang="en-US" sz="6600" dirty="0" err="1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</a:rPr>
              <a:t>Qaarib</a:t>
            </a:r>
            <a:endParaRPr lang="en-US" sz="6600" dirty="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>
                      <a:lumMod val="5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F315A-EDD4-3DE7-8F1F-4298368BDA2B}"/>
              </a:ext>
            </a:extLst>
          </p:cNvPr>
          <p:cNvSpPr txBox="1"/>
          <p:nvPr/>
        </p:nvSpPr>
        <p:spPr>
          <a:xfrm>
            <a:off x="1278193" y="1637961"/>
            <a:ext cx="85540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QA" sz="23900" dirty="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34000">
                      <a:schemeClr val="accent1">
                        <a:lumMod val="5000"/>
                        <a:lumOff val="95000"/>
                      </a:schemeClr>
                    </a:gs>
                    <a:gs pos="85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Ramis Arabic TRIAL Medium" pitchFamily="2" charset="-78"/>
                <a:cs typeface="Ramis Arabic TRIAL Medium" pitchFamily="2" charset="-78"/>
              </a:rPr>
              <a:t>قارب</a:t>
            </a:r>
            <a:endParaRPr lang="en-US" sz="23900" dirty="0">
              <a:gradFill>
                <a:gsLst>
                  <a:gs pos="100000">
                    <a:schemeClr val="bg1">
                      <a:lumMod val="85000"/>
                    </a:schemeClr>
                  </a:gs>
                  <a:gs pos="34000">
                    <a:schemeClr val="accent1">
                      <a:lumMod val="5000"/>
                      <a:lumOff val="95000"/>
                    </a:schemeClr>
                  </a:gs>
                  <a:gs pos="85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atin typeface="Ramis Arabic TRIAL Medium" pitchFamily="2" charset="-78"/>
              <a:cs typeface="Ramis Arabic TRIAL Medi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731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Ramis Arabic TRIAL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Shayaan Shahzad Raja</dc:creator>
  <cp:lastModifiedBy>Shayaan Shahzad Raja</cp:lastModifiedBy>
  <cp:revision>3</cp:revision>
  <dcterms:created xsi:type="dcterms:W3CDTF">2026-06-22T13:48:48Z</dcterms:created>
  <dcterms:modified xsi:type="dcterms:W3CDTF">2026-06-22T14:03:39Z</dcterms:modified>
</cp:coreProperties>
</file>